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66160" y="1143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 SDK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566160" y="2103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AI Capabilities into Any Application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566160" y="32918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3F6C6B"/>
          </a:solidFill>
          <a:ln w="12700">
            <a:solidFill>
              <a:srgbClr val="3F6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3291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SDK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32918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3F6C6B"/>
          </a:solidFill>
          <a:ln w="12700">
            <a:solidFill>
              <a:srgbClr val="3F6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3291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32918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3F6C6B"/>
          </a:solidFill>
          <a:ln w="12700">
            <a:solidFill>
              <a:srgbClr val="3F6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3291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MCP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9480" y="32918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3F6C6B"/>
          </a:solidFill>
          <a:ln w="12700">
            <a:solidFill>
              <a:srgbClr val="3F6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3291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Use Cases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What Is a Copilot SDK?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Copilot SDK (Software Development Kit) is a set of APIs, libraries, tools, and documentation that helps developers integrate AI assistants into applications.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69748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52044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3493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904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7E8D1"/>
          </a:solidFill>
          <a:ln w="12700">
            <a:solidFill>
              <a:srgbClr val="E7E8D1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371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lets you build applications powered by GitHub Copilot in your preferred programming language.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3F6C6B"/>
          </a:solidFill>
          <a:ln w="12700">
            <a:solidFill>
              <a:srgbClr val="3F6C6B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36208" y="3310128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toolkit to build your own ChatGPT-style assistant, specialized for your use case.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Chatbot vs Copilot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325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49240" y="1325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636776"/>
            <a:ext cx="7589520" cy="411480"/>
          </a:xfrm>
          <a:prstGeom prst="rect">
            <a:avLst/>
          </a:prstGeom>
          <a:solidFill>
            <a:srgbClr val="F4EEE6"/>
          </a:solidFill>
          <a:ln w="12700">
            <a:solidFill>
              <a:srgbClr val="F4E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6642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49240" y="1664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+ 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148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2148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(LLM-based)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2606040"/>
            <a:ext cx="7589520" cy="411480"/>
          </a:xfrm>
          <a:prstGeom prst="rect">
            <a:avLst/>
          </a:prstGeom>
          <a:solidFill>
            <a:srgbClr val="F4EEE6"/>
          </a:solidFill>
          <a:ln w="12700">
            <a:solidFill>
              <a:srgbClr val="F4E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33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6334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26334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multi-turn 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181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11810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31181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" y="3575304"/>
            <a:ext cx="7589520" cy="411480"/>
          </a:xfrm>
          <a:prstGeom prst="rect">
            <a:avLst/>
          </a:prstGeom>
          <a:solidFill>
            <a:srgbClr val="F4EEE6"/>
          </a:solidFill>
          <a:ln w="12700">
            <a:solidFill>
              <a:srgbClr val="F4E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6027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360273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6027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(DB, APIs, tools)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087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40873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40873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6177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a chatbot mostly responds, while a copilot understands context and can take actions.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SDK vs CLI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86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09160" y="1097280"/>
            <a:ext cx="3886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(for end users)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834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 (for developers)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terminal experience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 out of the box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540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direct usage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667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copilot chat "explain this code"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Programmable integration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4414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app experiences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30540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for product teams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6667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client.createSession(...)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7498080" cy="411480"/>
          </a:xfrm>
          <a:prstGeom prst="roundRect">
            <a:avLst>
              <a:gd name="adj" fmla="val 17778"/>
            </a:avLst>
          </a:prstGeom>
          <a:solidFill>
            <a:srgbClr val="E7E8D1"/>
          </a:solidFill>
          <a:ln w="12700">
            <a:solidFill>
              <a:srgbClr val="E7E8D1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270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CLI is what you use. SDK is what you build with.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Copilot SDK vs MCP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09160" y="109728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(Model Context Protocol)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way for AI to connect to tools/data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request/response/context exchange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SDK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to build assistant experience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21488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conversation management, tool actions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474720"/>
            <a:ext cx="7498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88720" y="3703320"/>
            <a:ext cx="5486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721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= Building the house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9080" y="3803904"/>
            <a:ext cx="411480" cy="201168"/>
          </a:xfrm>
          <a:prstGeom prst="chevron">
            <a:avLst/>
          </a:prstGeom>
          <a:solidFill>
            <a:srgbClr val="6E6A66"/>
          </a:solidFill>
          <a:ln w="12700">
            <a:solidFill>
              <a:srgbClr val="6E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3657600"/>
            <a:ext cx="548640" cy="411480"/>
          </a:xfrm>
          <a:prstGeom prst="ellipse">
            <a:avLst/>
          </a:prstGeom>
          <a:solidFill>
            <a:srgbClr val="3F6C6B"/>
          </a:solidFill>
          <a:ln w="12700">
            <a:solidFill>
              <a:srgbClr val="3F6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3721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Wiring and plumbing inside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Simple Analogies For Any Audience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Kitchen Assistant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cook; copilot suggests recipes, prepares steps, and reminds what is next.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Copilot SDK makes this possible in your app.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01568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7E8D1"/>
          </a:solidFill>
          <a:ln w="12700">
            <a:solidFill>
              <a:srgbClr val="E7E8D1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Tools Kit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84448" y="21488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tools: slow and hard. With toolkit: faster and easier.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84448" y="4160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Copilot SDK makes this possible in your app.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54496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a Brain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37376" y="21488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copilot: forms and buttons. With copilot: talks, understands, acts.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37376" y="4160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Copilot SDK makes this possible in your app.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🔥 Selected Real-World Use Cases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Copilot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8096" y="17647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Explains internal APIs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0482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boilerplate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31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Answers architecture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Copilot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37176" y="17647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Leave balance answers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7176" y="20482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Q&amp;A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37176" y="2331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Automates routine requests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Copilot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" y="35478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Explains concepts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" y="38313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quizzes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" y="41148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Tracks progress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Copilot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37176" y="35478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Summarizes PDFs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37176" y="38313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Extracts key points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37176" y="41148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Drafts reports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🧩 Common Pattern Across Use Cases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9202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23957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naturally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23744" y="2404872"/>
            <a:ext cx="182880" cy="320040"/>
          </a:xfrm>
          <a:prstGeom prst="chevron">
            <a:avLst/>
          </a:prstGeom>
          <a:solidFill>
            <a:srgbClr val="3F6C6B"/>
          </a:solidFill>
          <a:ln w="12700">
            <a:solidFill>
              <a:srgbClr val="3F6C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19202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7E8D1"/>
          </a:solidFill>
          <a:ln w="12700">
            <a:solidFill>
              <a:srgbClr val="E7E8D1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07792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07792" y="23957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understands intent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2404872"/>
            <a:ext cx="182880" cy="320040"/>
          </a:xfrm>
          <a:prstGeom prst="chevron">
            <a:avLst/>
          </a:prstGeom>
          <a:solidFill>
            <a:srgbClr val="3F6C6B"/>
          </a:solidFill>
          <a:ln w="12700">
            <a:solidFill>
              <a:srgbClr val="3F6C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9202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10912" y="23957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data/tools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9984" y="2404872"/>
            <a:ext cx="182880" cy="320040"/>
          </a:xfrm>
          <a:prstGeom prst="chevron">
            <a:avLst/>
          </a:prstGeom>
          <a:solidFill>
            <a:srgbClr val="3F6C6B"/>
          </a:solidFill>
          <a:ln w="12700">
            <a:solidFill>
              <a:srgbClr val="3F6C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67728" y="19202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7E8D1"/>
          </a:solidFill>
          <a:ln w="12700">
            <a:solidFill>
              <a:srgbClr val="E7E8D1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14032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14032" y="23957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action or insight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3F6C6B"/>
          </a:solidFill>
          <a:ln w="12700">
            <a:solidFill>
              <a:srgbClr val="3F6C6B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3913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when systems feel complex, Copilot creates a just ask experience.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📘 Official Getting Started 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 highlights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 with all Copilot plans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Technical preview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install, first message, streaming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E7E8D1"/>
          </a:solidFill>
          <a:ln w="12700">
            <a:solidFill>
              <a:srgbClr val="E7E8D1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25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6642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18+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947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CLI installed/authenticated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22311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with: copilot --version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154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setup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456432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copilot-demo &amp;&amp; cd copilot-demo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 --init-type module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@github/copilot-sdk tsx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tsx index.ts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🌊 Runtime Flow and Streaming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862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runtime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CopilotClient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311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session (for example gpt-4.1)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prompt with sendAndWait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2186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 response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7124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Stop client cleanly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886200" cy="3520440"/>
          </a:xfrm>
          <a:prstGeom prst="roundRect">
            <a:avLst>
              <a:gd name="adj" fmla="val 2078"/>
            </a:avLst>
          </a:prstGeom>
          <a:solidFill>
            <a:srgbClr val="E7E8D1"/>
          </a:solidFill>
          <a:ln w="12700">
            <a:solidFill>
              <a:srgbClr val="E7E8D1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essentials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streaming: true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258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Listen to assistant.message_delta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7797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session.idle for completion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3009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Unsubscribe event handlers after 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7315200" cy="3017520"/>
          </a:xfrm>
          <a:prstGeom prst="roundRect">
            <a:avLst>
              <a:gd name="adj" fmla="val 4545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Pitch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20574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gives you a production-style path from hello prompt to real-time, tool-augmented assistant experiences inside your own app.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GitHub Copilot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SDK Demo</dc:title>
  <dc:subject>GitHub Copilot SDK demo</dc:subject>
  <dc:creator>Agentic SDLC</dc:creator>
  <cp:lastModifiedBy>Agentic SDLC</cp:lastModifiedBy>
  <cp:revision>1</cp:revision>
  <dcterms:created xsi:type="dcterms:W3CDTF">2026-03-25T17:33:42Z</dcterms:created>
  <dcterms:modified xsi:type="dcterms:W3CDTF">2026-03-25T17:33:42Z</dcterms:modified>
</cp:coreProperties>
</file>