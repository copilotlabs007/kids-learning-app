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MCP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92240" y="274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MCP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3474720" cy="1920240"/>
          </a:xfrm>
          <a:prstGeom prst="roundRect">
            <a:avLst>
              <a:gd name="adj" fmla="val 4286"/>
            </a:avLst>
          </a:prstGeom>
          <a:solidFill>
            <a:srgbClr val="2584D9"/>
          </a:solidFill>
          <a:ln w="12700">
            <a:solidFill>
              <a:srgbClr val="2584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3474720" cy="1005840"/>
          </a:xfrm>
          <a:prstGeom prst="rect">
            <a:avLst/>
          </a:prstGeom>
          <a:solidFill>
            <a:srgbClr val="1E63C6"/>
          </a:solidFill>
          <a:ln w="12700">
            <a:solidFill>
              <a:srgbClr val="1E63C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React/Angular/Blazor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0574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 want a wedding with food,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decoration, invitations,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photography, music.'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2834640"/>
            <a:ext cx="0" cy="384048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2404872" y="3200400"/>
            <a:ext cx="128016" cy="109728"/>
          </a:xfrm>
          <a:prstGeom prst="chevron">
            <a:avLst/>
          </a:prstGeom>
          <a:solidFill>
            <a:srgbClr val="A9B0BE"/>
          </a:solidFill>
          <a:ln w="12700">
            <a:solidFill>
              <a:srgbClr val="A9B0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29184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5E4FC7"/>
          </a:solidFill>
          <a:ln w="12700">
            <a:solidFill>
              <a:srgbClr val="5E4FC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611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ASP.NET Core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645920" y="443484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DDE3EE"/>
          </a:solidFill>
          <a:ln w="12700">
            <a:solidFill>
              <a:srgbClr val="DDE3E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45262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WeddingController.cs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51560" y="4663440"/>
            <a:ext cx="2788920" cy="0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4440" y="4663440"/>
            <a:ext cx="0" cy="320040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83480"/>
            <a:ext cx="1005840" cy="822960"/>
          </a:xfrm>
          <a:prstGeom prst="roundRect">
            <a:avLst>
              <a:gd name="adj" fmla="val 10000"/>
            </a:avLst>
          </a:prstGeom>
          <a:solidFill>
            <a:srgbClr val="6E63DB"/>
          </a:solidFill>
          <a:ln w="12700">
            <a:solidFill>
              <a:srgbClr val="6E63D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1846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Service.cs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4663440"/>
            <a:ext cx="0" cy="320040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4983480"/>
            <a:ext cx="1005840" cy="822960"/>
          </a:xfrm>
          <a:prstGeom prst="roundRect">
            <a:avLst>
              <a:gd name="adj" fmla="val 10000"/>
            </a:avLst>
          </a:prstGeom>
          <a:solidFill>
            <a:srgbClr val="6E63DB"/>
          </a:solidFill>
          <a:ln w="12700">
            <a:solidFill>
              <a:srgbClr val="6E63D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51846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03320" y="4663440"/>
            <a:ext cx="0" cy="320040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4983480"/>
            <a:ext cx="1005840" cy="822960"/>
          </a:xfrm>
          <a:prstGeom prst="roundRect">
            <a:avLst>
              <a:gd name="adj" fmla="val 10000"/>
            </a:avLst>
          </a:prstGeom>
          <a:solidFill>
            <a:srgbClr val="6E63DB"/>
          </a:solidFill>
          <a:ln w="12700">
            <a:solidFill>
              <a:srgbClr val="6E63D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51846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Service.cs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6080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Manually connect to each vendor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75120" y="914400"/>
            <a:ext cx="3749040" cy="1920240"/>
          </a:xfrm>
          <a:prstGeom prst="roundRect">
            <a:avLst>
              <a:gd name="adj" fmla="val 4286"/>
            </a:avLst>
          </a:prstGeom>
          <a:solidFill>
            <a:srgbClr val="2584D9"/>
          </a:solidFill>
          <a:ln w="12700">
            <a:solidFill>
              <a:srgbClr val="2584D9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1828800"/>
            <a:ext cx="3749040" cy="1005840"/>
          </a:xfrm>
          <a:prstGeom prst="rect">
            <a:avLst/>
          </a:prstGeom>
          <a:solidFill>
            <a:srgbClr val="1E63C6"/>
          </a:solidFill>
          <a:ln w="12700">
            <a:solidFill>
              <a:srgbClr val="1E63C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903720" y="1508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React/Angular/Blazor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40880" y="2057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 want a wedding with food,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decoration, invitations,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photography, music.'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549640" y="2834640"/>
            <a:ext cx="0" cy="365760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5400000">
            <a:off x="8485632" y="3182112"/>
            <a:ext cx="128016" cy="109728"/>
          </a:xfrm>
          <a:prstGeom prst="chevron">
            <a:avLst/>
          </a:prstGeom>
          <a:solidFill>
            <a:srgbClr val="A9B0BE"/>
          </a:solidFill>
          <a:ln w="12700">
            <a:solidFill>
              <a:srgbClr val="A9B0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0" y="3337560"/>
            <a:ext cx="2468880" cy="822960"/>
          </a:xfrm>
          <a:prstGeom prst="roundRect">
            <a:avLst>
              <a:gd name="adj" fmla="val 27778"/>
            </a:avLst>
          </a:prstGeom>
          <a:solidFill>
            <a:srgbClr val="F39A23"/>
          </a:solidFill>
          <a:ln w="12700">
            <a:solidFill>
              <a:srgbClr val="F39A2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43800" y="35387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Runtime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LLM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903720" y="4462272"/>
            <a:ext cx="3611880" cy="0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86600" y="4462272"/>
            <a:ext cx="0" cy="320040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4782312"/>
            <a:ext cx="1097280" cy="493776"/>
          </a:xfrm>
          <a:prstGeom prst="roundRect">
            <a:avLst>
              <a:gd name="adj" fmla="val 33333"/>
            </a:avLst>
          </a:prstGeom>
          <a:solidFill>
            <a:srgbClr val="F39A23"/>
          </a:solidFill>
          <a:ln w="12700">
            <a:solidFill>
              <a:srgbClr val="F39A2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49011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Tool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086600" y="5285232"/>
            <a:ext cx="0" cy="256032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29400" y="5541264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1E63C6"/>
          </a:solidFill>
          <a:ln w="12700">
            <a:solidFill>
              <a:srgbClr val="1E63C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57150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API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8549640" y="4462272"/>
            <a:ext cx="0" cy="320040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01000" y="4782312"/>
            <a:ext cx="1097280" cy="493776"/>
          </a:xfrm>
          <a:prstGeom prst="roundRect">
            <a:avLst>
              <a:gd name="adj" fmla="val 33333"/>
            </a:avLst>
          </a:prstGeom>
          <a:solidFill>
            <a:srgbClr val="F39A23"/>
          </a:solidFill>
          <a:ln w="12700">
            <a:solidFill>
              <a:srgbClr val="F39A23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6720" y="49011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Tool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549640" y="5285232"/>
            <a:ext cx="0" cy="256032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92440" y="5541264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1E63C6"/>
          </a:solidFill>
          <a:ln w="12700">
            <a:solidFill>
              <a:srgbClr val="1E63C6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38160" y="57150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/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10012680" y="4462272"/>
            <a:ext cx="0" cy="320040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64040" y="4782312"/>
            <a:ext cx="1097280" cy="493776"/>
          </a:xfrm>
          <a:prstGeom prst="roundRect">
            <a:avLst>
              <a:gd name="adj" fmla="val 33333"/>
            </a:avLst>
          </a:prstGeom>
          <a:solidFill>
            <a:srgbClr val="F39A23"/>
          </a:solidFill>
          <a:ln w="12700">
            <a:solidFill>
              <a:srgbClr val="F39A23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509760" y="49011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Tool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0012680" y="5285232"/>
            <a:ext cx="0" cy="256032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55480" y="5541264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1E63C6"/>
          </a:solidFill>
          <a:ln w="12700">
            <a:solidFill>
              <a:srgbClr val="1E63C6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0" y="57150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Photographer</a:t>
            </a:r>
            <a:endParaRPr lang="en-US" sz="960" dirty="0"/>
          </a:p>
        </p:txBody>
      </p:sp>
      <p:sp>
        <p:nvSpPr>
          <p:cNvPr id="54" name="Text 52"/>
          <p:cNvSpPr/>
          <p:nvPr/>
        </p:nvSpPr>
        <p:spPr>
          <a:xfrm>
            <a:off x="7315200" y="6099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One connection to MCP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11480" y="960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Prompt: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11480" y="1216152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a book on AI, generate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cover, schedule a meeting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discuss it, and send an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with the details."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3154680"/>
            <a:ext cx="1737360" cy="1508760"/>
          </a:xfrm>
          <a:prstGeom prst="roundRect">
            <a:avLst>
              <a:gd name="adj" fmla="val 5455"/>
            </a:avLst>
          </a:prstGeom>
          <a:solidFill>
            <a:srgbClr val="60A9E6"/>
          </a:solidFill>
          <a:ln w="12700">
            <a:solidFill>
              <a:srgbClr val="60A9E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657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1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61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749040" y="822960"/>
            <a:ext cx="868680" cy="5212080"/>
          </a:xfrm>
          <a:prstGeom prst="roundRect">
            <a:avLst>
              <a:gd name="adj" fmla="val 21053"/>
            </a:avLst>
          </a:prstGeom>
          <a:solidFill>
            <a:srgbClr val="6E63DB"/>
          </a:solidFill>
          <a:ln w="12700">
            <a:solidFill>
              <a:srgbClr val="6E63D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10128" y="2331720"/>
            <a:ext cx="868680" cy="1417320"/>
          </a:xfrm>
          <a:prstGeom prst="roundRect">
            <a:avLst>
              <a:gd name="adj" fmla="val 16842"/>
            </a:avLst>
          </a:prstGeom>
          <a:solidFill>
            <a:srgbClr val="A3C9A5"/>
          </a:solidFill>
          <a:ln w="12700">
            <a:solidFill>
              <a:srgbClr val="A3C9A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285292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22776" y="28529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3200400"/>
            <a:ext cx="-1051560" cy="0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2176272" y="3136392"/>
            <a:ext cx="128016" cy="109728"/>
          </a:xfrm>
          <a:prstGeom prst="chevron">
            <a:avLst/>
          </a:prstGeom>
          <a:solidFill>
            <a:srgbClr val="A9B0BE"/>
          </a:solidFill>
          <a:ln w="12700">
            <a:solidFill>
              <a:srgbClr val="A9B0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33284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83480" y="1097280"/>
            <a:ext cx="1051560" cy="1234440"/>
          </a:xfrm>
          <a:prstGeom prst="roundRect">
            <a:avLst>
              <a:gd name="adj" fmla="val 13913"/>
            </a:avLst>
          </a:prstGeom>
          <a:solidFill>
            <a:srgbClr val="6E63DB"/>
          </a:solidFill>
          <a:ln w="12700">
            <a:solidFill>
              <a:srgbClr val="6E63D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48132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1709928"/>
            <a:ext cx="365760" cy="0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2697480"/>
            <a:ext cx="1051560" cy="1234440"/>
          </a:xfrm>
          <a:prstGeom prst="roundRect">
            <a:avLst>
              <a:gd name="adj" fmla="val 13913"/>
            </a:avLst>
          </a:prstGeom>
          <a:solidFill>
            <a:srgbClr val="6E63DB"/>
          </a:solidFill>
          <a:ln w="12700">
            <a:solidFill>
              <a:srgbClr val="6E63D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308152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3310128"/>
            <a:ext cx="365760" cy="0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4297680"/>
            <a:ext cx="1051560" cy="1234440"/>
          </a:xfrm>
          <a:prstGeom prst="roundRect">
            <a:avLst>
              <a:gd name="adj" fmla="val 13913"/>
            </a:avLst>
          </a:prstGeom>
          <a:solidFill>
            <a:srgbClr val="6E63DB"/>
          </a:solidFill>
          <a:ln w="12700">
            <a:solidFill>
              <a:srgbClr val="6E63D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468172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4910328"/>
            <a:ext cx="365760" cy="0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914400"/>
            <a:ext cx="2514600" cy="685800"/>
          </a:xfrm>
          <a:prstGeom prst="roundRect">
            <a:avLst>
              <a:gd name="adj" fmla="val 33333"/>
            </a:avLst>
          </a:prstGeom>
          <a:solidFill>
            <a:srgbClr val="F7B243"/>
          </a:solidFill>
          <a:ln w="12700">
            <a:solidFill>
              <a:srgbClr val="F7B24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1155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BookNest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720840" y="2514600"/>
            <a:ext cx="2514600" cy="685800"/>
          </a:xfrm>
          <a:prstGeom prst="roundRect">
            <a:avLst>
              <a:gd name="adj" fmla="val 33333"/>
            </a:avLst>
          </a:prstGeom>
          <a:solidFill>
            <a:srgbClr val="F7B243"/>
          </a:solidFill>
          <a:ln w="12700">
            <a:solidFill>
              <a:srgbClr val="F7B24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715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Calendar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6720840" y="4114800"/>
            <a:ext cx="2514600" cy="685800"/>
          </a:xfrm>
          <a:prstGeom prst="roundRect">
            <a:avLst>
              <a:gd name="adj" fmla="val 33333"/>
            </a:avLst>
          </a:prstGeom>
          <a:solidFill>
            <a:srgbClr val="F7B243"/>
          </a:solidFill>
          <a:ln w="12700">
            <a:solidFill>
              <a:srgbClr val="F7B24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43159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Image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6720840" y="5303520"/>
            <a:ext cx="2514600" cy="685800"/>
          </a:xfrm>
          <a:prstGeom prst="roundRect">
            <a:avLst>
              <a:gd name="adj" fmla="val 33333"/>
            </a:avLst>
          </a:prstGeom>
          <a:solidFill>
            <a:srgbClr val="F7B243"/>
          </a:solidFill>
          <a:ln w="12700">
            <a:solidFill>
              <a:srgbClr val="F7B24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5504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6720840" y="5989320"/>
            <a:ext cx="2514600" cy="685800"/>
          </a:xfrm>
          <a:prstGeom prst="roundRect">
            <a:avLst>
              <a:gd name="adj" fmla="val 33333"/>
            </a:avLst>
          </a:prstGeom>
          <a:solidFill>
            <a:srgbClr val="F7B243"/>
          </a:solidFill>
          <a:ln w="12700">
            <a:solidFill>
              <a:srgbClr val="F7B24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61904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Code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6035040" y="1527048"/>
            <a:ext cx="685800" cy="0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3127248"/>
            <a:ext cx="685800" cy="0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0" y="4727448"/>
            <a:ext cx="685800" cy="0"/>
          </a:xfrm>
          <a:prstGeom prst="line">
            <a:avLst/>
          </a:prstGeom>
          <a:noFill/>
          <a:ln w="25400">
            <a:solidFill>
              <a:srgbClr val="A9B0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464040" y="1051560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1B1F27"/>
          </a:solidFill>
          <a:ln w="12700">
            <a:solidFill>
              <a:srgbClr val="1B1F2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55480" y="11338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/api/v1/customers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9464040" y="1536192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1B1F27"/>
          </a:solidFill>
          <a:ln w="12700">
            <a:solidFill>
              <a:srgbClr val="1B1F27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55480" y="16184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/api/v1/books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9464040" y="2020824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1B1F27"/>
          </a:solidFill>
          <a:ln w="12700">
            <a:solidFill>
              <a:srgbClr val="1B1F27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55480" y="21031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/api/v1/cart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9464040" y="2505456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1B1F27"/>
          </a:solidFill>
          <a:ln w="12700">
            <a:solidFill>
              <a:srgbClr val="1B1F27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55480" y="25877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/api/v1/checkout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9464040" y="2990088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1B1F27"/>
          </a:solidFill>
          <a:ln w="12700">
            <a:solidFill>
              <a:srgbClr val="1B1F2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55480" y="30723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/api/v1/orders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9464040" y="3474720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1B1F27"/>
          </a:solidFill>
          <a:ln w="12700">
            <a:solidFill>
              <a:srgbClr val="1B1F27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55480" y="35570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/api/v1/reviews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9464040" y="3959352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1B1F27"/>
          </a:solidFill>
          <a:ln w="12700">
            <a:solidFill>
              <a:srgbClr val="1B1F2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55480" y="4041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/api/v1/payments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41148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Involved: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411480" y="52578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E8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Books API: Search for a book on AI.</a:t>
            </a:r>
            <a:endParaRPr lang="en-US" sz="1180" dirty="0"/>
          </a:p>
        </p:txBody>
      </p:sp>
      <p:sp>
        <p:nvSpPr>
          <p:cNvPr id="52" name="Text 50"/>
          <p:cNvSpPr/>
          <p:nvPr/>
        </p:nvSpPr>
        <p:spPr>
          <a:xfrm>
            <a:off x="411480" y="55595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E8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Calendar: Schedule a meeting.</a:t>
            </a:r>
            <a:endParaRPr lang="en-US" sz="1180" dirty="0"/>
          </a:p>
        </p:txBody>
      </p:sp>
      <p:sp>
        <p:nvSpPr>
          <p:cNvPr id="53" name="Text 51"/>
          <p:cNvSpPr/>
          <p:nvPr/>
        </p:nvSpPr>
        <p:spPr>
          <a:xfrm>
            <a:off x="411480" y="58613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E8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Email: Send meeting and cover details.</a:t>
            </a:r>
            <a:endParaRPr lang="en-US" sz="1180" dirty="0"/>
          </a:p>
        </p:txBody>
      </p:sp>
      <p:sp>
        <p:nvSpPr>
          <p:cNvPr id="54" name="Text 52"/>
          <p:cNvSpPr/>
          <p:nvPr/>
        </p:nvSpPr>
        <p:spPr>
          <a:xfrm>
            <a:off x="411480" y="61630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E8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Generate Image: Create a book cover.</a:t>
            </a:r>
            <a:endParaRPr lang="en-US" sz="1180" dirty="0"/>
          </a:p>
        </p:txBody>
      </p:sp>
      <p:sp>
        <p:nvSpPr>
          <p:cNvPr id="55" name="Text 53"/>
          <p:cNvSpPr/>
          <p:nvPr/>
        </p:nvSpPr>
        <p:spPr>
          <a:xfrm>
            <a:off x="411480" y="64648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E8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Execute Code: Analyze content or run computations.</a:t>
            </a:r>
            <a:endParaRPr lang="en-US" sz="11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octodemo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Demo</dc:title>
  <dc:subject>MCP architecture and orchestration</dc:subject>
  <dc:creator>Agentic SDLC</dc:creator>
  <cp:lastModifiedBy>Agentic SDLC</cp:lastModifiedBy>
  <cp:revision>1</cp:revision>
  <dcterms:created xsi:type="dcterms:W3CDTF">2026-03-30T10:13:41Z</dcterms:created>
  <dcterms:modified xsi:type="dcterms:W3CDTF">2026-03-30T10:13:41Z</dcterms:modified>
</cp:coreProperties>
</file>