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 Agent Skills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Agents Domain Expertise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open format for giving agents new capabilities and expertise.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365760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657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Domain Expertise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0" y="365760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3657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New Capabilities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365760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3657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Repeatable Workflows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66560" y="365760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3657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Interoperability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480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agentskills.io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⚠️  The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increasingly capable — but often lack the context they need to do real work reliably.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73152" cy="1280160"/>
          </a:xfrm>
          <a:prstGeom prst="rect">
            <a:avLst/>
          </a:prstGeom>
          <a:solidFill>
            <a:srgbClr val="E85D3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🔁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1691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Instructions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0574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re-explain the same workflows, coding standards, and tooling preferences in every conversation.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554480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554480"/>
            <a:ext cx="73152" cy="1280160"/>
          </a:xfrm>
          <a:prstGeom prst="rect">
            <a:avLst/>
          </a:prstGeom>
          <a:solidFill>
            <a:srgbClr val="E85D3A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📚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03520" y="1691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Domain Knowledge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20574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agents don't know your team's processes, architecture decisions, or review standards.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108960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108960"/>
            <a:ext cx="73152" cy="1280160"/>
          </a:xfrm>
          <a:prstGeom prst="rect">
            <a:avLst/>
          </a:prstGeom>
          <a:solidFill>
            <a:srgbClr val="E85D3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218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🎲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97280" y="3246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Results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36118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structured guidance, agents produce variable quality — different approaches every time.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3108960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108960"/>
            <a:ext cx="73152" cy="1280160"/>
          </a:xfrm>
          <a:prstGeom prst="rect">
            <a:avLst/>
          </a:prstGeom>
          <a:solidFill>
            <a:srgbClr val="E85D3A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3218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🧩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303520" y="3246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Composability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29200" y="36118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combine capabilities. Instructions for one task don't transfer to related ones.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💡  What Are Agent Skills?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are reusable, filesystem-based resources that provide agents with domain-specific expertise: workflows, context, and best practices that transform general-purpose agents into specialists.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91640"/>
            <a:ext cx="2651760" cy="64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Shape 5"/>
          <p:cNvSpPr/>
          <p:nvPr/>
        </p:nvSpPr>
        <p:spPr>
          <a:xfrm>
            <a:off x="1417320" y="196596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 Agents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246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 capabilities for domain-specific tasks — legal review, data pipelines, code generation.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169164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691640"/>
            <a:ext cx="2651760" cy="6400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Shape 11"/>
          <p:cNvSpPr/>
          <p:nvPr/>
        </p:nvSpPr>
        <p:spPr>
          <a:xfrm>
            <a:off x="4297680" y="196596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3520440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Repetition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20440" y="3246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once, use automatically. No re-explaining the same context across conversations.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169164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691640"/>
            <a:ext cx="265176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9" name="Shape 17"/>
          <p:cNvSpPr/>
          <p:nvPr/>
        </p:nvSpPr>
        <p:spPr>
          <a:xfrm>
            <a:off x="7178040" y="1965960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717804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🧩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6400800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Capabilities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0" y="3246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skills to build complex workflows. Skills discover and chain together naturally.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📁  Skill Structure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skill is a folder with a SKILL.md file containing YAML frontmatter + instructions.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840480" cy="32004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600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Directory Layout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3200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📦 pdf-skill/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📄 SKILL.md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📄 FORMS.md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📄 REFERENCE.md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📂 scripts/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🐍 fill_form.py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🐍 validate.py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3840480" cy="32004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600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SKILL.md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20640" y="2011680"/>
            <a:ext cx="3200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pdf-processing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Extract text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tables from PDFs...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📄 PDF Processing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⚡ Quick Start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pdfplumber to extract...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🔧 Advanced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forms, see FORMS.md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⚙️  How Skills Work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disclosure — only relevant content enters the context window.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08760"/>
            <a:ext cx="265176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087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Level 1: Metadata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 When: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loaded at startup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Content: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frontmatter — name &amp; description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Cost: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 tokens per skill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37560" y="150876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1508760"/>
            <a:ext cx="2651760" cy="502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15087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Level 2: Instructions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20440" y="21488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 When: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2044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skill is triggered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20440" y="2743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Content: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20440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body — workflows &amp; guidance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20440" y="33832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Cost: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520440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5k tokens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150876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1508760"/>
            <a:ext cx="2651760" cy="502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15087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Level 3: Resources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0" y="21488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 When: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needed during task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2743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Content: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0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Scripts, reference docs, templates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0" y="33832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Cost: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0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Effectively unlimited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🔄  Loading Example: PDF Skill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572768" cy="3200400"/>
          </a:xfrm>
          <a:prstGeom prst="roundRect">
            <a:avLst>
              <a:gd name="adj" fmla="val 465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137160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🚀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94944" y="1874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24028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13898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includes skill metadata: "PDF Processing — Extract text and tables from PDFs, fill forms..."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29968" y="1188720"/>
            <a:ext cx="1572768" cy="3200400"/>
          </a:xfrm>
          <a:prstGeom prst="roundRect">
            <a:avLst>
              <a:gd name="adj" fmla="val 465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137160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2450592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💬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450592" y="1874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21408" y="224028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Request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21408" y="2606040"/>
            <a:ext cx="13898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"Extract the text from this PDF and summarize it"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85616" y="1188720"/>
            <a:ext cx="1572768" cy="3200400"/>
          </a:xfrm>
          <a:prstGeom prst="roundRect">
            <a:avLst>
              <a:gd name="adj" fmla="val 465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06240" y="137160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420624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206240" y="1874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77056" y="224028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Triggered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77056" y="2606040"/>
            <a:ext cx="13898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reads pdf-skill/SKILL.md — instructions loaded into context.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41264" y="1188720"/>
            <a:ext cx="1572768" cy="3200400"/>
          </a:xfrm>
          <a:prstGeom prst="roundRect">
            <a:avLst>
              <a:gd name="adj" fmla="val 465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61888" y="137160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5961888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961888" y="1874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32704" y="224028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Loading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32704" y="2606040"/>
            <a:ext cx="13898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filling not needed, so FORMS.md is never read.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296912" y="1188720"/>
            <a:ext cx="1572768" cy="3200400"/>
          </a:xfrm>
          <a:prstGeom prst="roundRect">
            <a:avLst>
              <a:gd name="adj" fmla="val 465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717536" y="137160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7717536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717536" y="1874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88352" y="224028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388352" y="2606040"/>
            <a:ext cx="13898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uses loaded PDF instructions via bash to complete extraction.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874520" y="2560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▶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630168" y="2560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▶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385816" y="2560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▶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141464" y="2560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▶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🌍  Ecosystem Adoption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Skills is an open standard adopted by a growing number of agent platforms.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5087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VS Code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0" y="150876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0" y="15087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🖱️  Cursor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50876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5087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🦘  Roo Code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766560" y="150876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66560" y="15087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Amp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251460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25146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Letta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43200" y="251460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43200" y="25146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TRAE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251460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5146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➖  Emdash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766560" y="251460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66560" y="25146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🧱  Databricks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" y="352044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1520" y="35204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❄️  Snowflake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743200" y="352044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743200" y="35204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🦸  Agentman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0" y="352044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35204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Qodo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766560" y="352044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766560" y="35204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🌸  Junie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31520" y="4206240"/>
            <a:ext cx="7680960" cy="54864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206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Open standard — community-driven, adopted across the agent ecosystem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📦  Pre-built vs Custom Skills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840480" cy="3383280"/>
          </a:xfrm>
          <a:prstGeom prst="roundRect">
            <a:avLst>
              <a:gd name="adj" fmla="val 270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384048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Pre-built Skills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PowerPoint (pptx)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Excel (xlsx)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651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Word (docx)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063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PDF (pdf)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3749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Available in GitHub Copilot. No setup required.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3840480" cy="3383280"/>
          </a:xfrm>
          <a:prstGeom prst="roundRect">
            <a:avLst>
              <a:gd name="adj" fmla="val 270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97280"/>
            <a:ext cx="3840480" cy="502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0972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Custom Skills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2064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Domain expertise packages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20640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Company-specific workflows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20640" y="2651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Review &amp; compliance processes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20640" y="3063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Architecture decision records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20640" y="3749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Create once, deploy across agents. Portable &amp; version-controlled.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✍️  Writing Effective Skills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65176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12801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Metadata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clear name and description in YAML frontmatter. Include when to trigger the skill.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09728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097280"/>
            <a:ext cx="265176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📖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840480" y="12801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Disclosure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0440" y="1645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SKILL.md concise. Move details to separate files that get loaded on demand.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09728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097280"/>
            <a:ext cx="265176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720840" y="12801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Scripts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1645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executable scripts for deterministic operations. Only output enters context.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926080"/>
            <a:ext cx="265176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🧩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60120" y="31089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Structure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34747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by sub-task: FORMS.md, REFERENCE.md, etc. Agent reads only what's needed.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37560" y="292608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37560" y="2926080"/>
            <a:ext cx="265176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840480" y="31089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Examples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520440" y="34747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examples in the instructions help the agent produce consistent results.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292608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2926080"/>
            <a:ext cx="265176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635508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720840" y="31089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First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00800" y="34747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use skills from trusted sources. Audit scripts, watch for unusual network calls.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D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🛡️  Security Considerations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provide agents with new capabilities through instructions and code — treat them like installing software.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73152" cy="1280160"/>
          </a:xfrm>
          <a:prstGeom prst="rect">
            <a:avLst/>
          </a:prstGeom>
          <a:solidFill>
            <a:srgbClr val="E85D3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27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43000" y="16642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Thoroughly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0116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all bundled files: SKILL.md, scripts, images, resources. Look for unusual patterns — unexpected network calls or file access.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554480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554480"/>
            <a:ext cx="73152" cy="1280160"/>
          </a:xfrm>
          <a:prstGeom prst="rect">
            <a:avLst/>
          </a:prstGeom>
          <a:solidFill>
            <a:srgbClr val="E85D3A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627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🌐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349240" y="16642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Sources Are Risky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20116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fetching data from external URLs pose risk — content may contain malicious instructions.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063240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063240"/>
            <a:ext cx="73152" cy="1280160"/>
          </a:xfrm>
          <a:prstGeom prst="rect">
            <a:avLst/>
          </a:prstGeom>
          <a:solidFill>
            <a:srgbClr val="E85D3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136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⚙️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143000" y="317296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Misuse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35204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skills can invoke tools (file ops, bash, code execution) in harmful ways. Scope permissions carefully.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3063240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063240"/>
            <a:ext cx="73152" cy="1280160"/>
          </a:xfrm>
          <a:prstGeom prst="rect">
            <a:avLst/>
          </a:prstGeom>
          <a:solidFill>
            <a:srgbClr val="E85D3A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3136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🔓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349240" y="317296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Exposure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29200" y="35204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with access to sensitive data could be designed to leak information to external systems.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🚀  Get Started with Agent Skills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475488"/>
          </a:xfrm>
          <a:prstGeom prst="roundRect">
            <a:avLst>
              <a:gd name="adj" fmla="val 11538"/>
            </a:avLst>
          </a:prstGeom>
          <a:solidFill>
            <a:srgbClr val="1E293B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37160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Agent Skills Specification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120640" y="137160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agentskills.io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993392"/>
            <a:ext cx="7680960" cy="475488"/>
          </a:xfrm>
          <a:prstGeom prst="roundRect">
            <a:avLst>
              <a:gd name="adj" fmla="val 11538"/>
            </a:avLst>
          </a:prstGeom>
          <a:solidFill>
            <a:srgbClr val="1E293B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993392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GitHub Copilot Docs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120640" y="1993392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code.visualstudio.com/docs/copilot/agent-skills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615184"/>
            <a:ext cx="7680960" cy="475488"/>
          </a:xfrm>
          <a:prstGeom prst="roundRect">
            <a:avLst>
              <a:gd name="adj" fmla="val 11538"/>
            </a:avLst>
          </a:prstGeom>
          <a:solidFill>
            <a:srgbClr val="1E293B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615184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Example Skills (GitHub)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20640" y="2615184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github.com/agentskills/skills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236976"/>
            <a:ext cx="7680960" cy="475488"/>
          </a:xfrm>
          <a:prstGeom prst="roundRect">
            <a:avLst>
              <a:gd name="adj" fmla="val 11538"/>
            </a:avLst>
          </a:prstGeom>
          <a:solidFill>
            <a:srgbClr val="1E293B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236976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Skills Cookbook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20640" y="3236976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code.visualstudio.com/docs/copilot/skills-cookbook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858768"/>
            <a:ext cx="7680960" cy="475488"/>
          </a:xfrm>
          <a:prstGeom prst="roundRect">
            <a:avLst>
              <a:gd name="adj" fmla="val 11538"/>
            </a:avLst>
          </a:prstGeom>
          <a:solidFill>
            <a:srgbClr val="1E293B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858768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Reference Library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20640" y="3858768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github.com/agentskills/agentskills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Build capabilities once. Deploy across agents. Transform general-purpose AI into domain specialists.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Skills — Giving Agents Domain Expertise</dc:title>
  <dc:subject>PptxGenJS Presentation</dc:subject>
  <dc:creator>Agentic SDLC</dc:creator>
  <cp:lastModifiedBy>Agentic SDLC</cp:lastModifiedBy>
  <cp:revision>1</cp:revision>
  <dcterms:created xsi:type="dcterms:W3CDTF">2026-03-25T06:54:30Z</dcterms:created>
  <dcterms:modified xsi:type="dcterms:W3CDTF">2026-03-25T06:54:30Z</dcterms:modified>
</cp:coreProperties>
</file>