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Skills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open format for giving agents new capabilities and expertise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Folders of instructions, scripts, and resources that agents can discover and use to do things more accurately and efficiently.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agentskills.io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Agent Skills?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increasingly capable, but often don't have the context they need to do real work reliably.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7315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37360"/>
            <a:ext cx="73152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8105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Skill Authors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21214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capabilities once and deploy them across multiple agent products.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7315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651760"/>
            <a:ext cx="73152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7249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Compatible Agents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0358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 skills lets end users give agents new capabilities out of the box.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566160"/>
            <a:ext cx="73152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566160"/>
            <a:ext cx="73152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63931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Teams &amp; Enterprises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9502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organizational knowledge in portable, version-controlled packages.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Agent Skills Enable?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4173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specialized knowledge into reusable instructions — from legal review processes to data analysis pipelines.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0" y="14173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5778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87452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agents new capabilities like creating presentations, building MCP servers, or analyzing datasets.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1546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Workflows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multi-step tasks into consistent and auditable workflows that deliver reliable results.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31546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Interoperability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the same skill across different skills-compatible agent products. Write once, run everywhere.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Skills?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is a folder containing a SKILL.md file with metadata and instructions. Skills can also bundle scripts, templates, and reference materials.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0B20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Folder Structure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my-skill/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SKILL.md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Required: instructions + metadata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scripts/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Optional: executable code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references/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Optional: documentation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assets/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C7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# Optional: templates, resources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840480" cy="3108960"/>
          </a:xfrm>
          <a:prstGeom prst="roundRect">
            <a:avLst>
              <a:gd name="adj" fmla="val 2941"/>
            </a:avLst>
          </a:prstGeom>
          <a:solidFill>
            <a:srgbClr val="0B202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Example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20640" y="21488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pdf-processing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Extract PDF text,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fill forms, merge files.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7A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PDF Processing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When to use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when the user needs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work with PDF files...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Skills 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use progressive disclosure to manage context efficiently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82880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startup, agents load only the name and description of each available skill — just enough to know when it might be relevant.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8288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6616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task matches a skill's description, the agent reads the full SKILL.md instructions into context.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2560320" cy="292608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23760" y="1828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2237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49224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31089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follows the instructions, optionally loading referenced files or executing bundled code as needed.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852160" y="26517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&gt;&gt;&gt;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Advantages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126187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1170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Self-Documenting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1481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read a SKILL.md and understand what it does, making skills easy to audit and improve.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057400"/>
            <a:ext cx="73152" cy="7772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22219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221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21305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37360" y="24414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can range from simple text instructions to complex executable code, assets, and templates.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017520"/>
            <a:ext cx="73152" cy="7772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8" name="Shape 16"/>
          <p:cNvSpPr/>
          <p:nvPr/>
        </p:nvSpPr>
        <p:spPr>
          <a:xfrm>
            <a:off x="1051560" y="3182112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182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737360" y="30906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37360" y="3401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just files — easy to edit, version, and share across teams and tools.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977640"/>
            <a:ext cx="76809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3977640"/>
            <a:ext cx="73152" cy="7772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Shape 22"/>
          <p:cNvSpPr/>
          <p:nvPr/>
        </p:nvSpPr>
        <p:spPr>
          <a:xfrm>
            <a:off x="1051560" y="4142232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37360" y="4050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37360" y="43616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developed by Anthropic, released as an open standard, adopted by a growing ecosystem.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Adoption &amp; Ecosystem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are supported by leading AI development tools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15544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0" y="155448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155448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26060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2606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0" y="26060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0" y="2606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CLI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606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260604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260604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Qodo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36576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0" y="36576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Emdash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36576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Piebald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66560" y="365760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766560" y="3657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 Code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31520" y="4206240"/>
            <a:ext cx="7680960" cy="640080"/>
          </a:xfrm>
          <a:prstGeom prst="roundRect">
            <a:avLst>
              <a:gd name="adj" fmla="val 11429"/>
            </a:avLst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Standard — Join the discussion on GitHub &amp; Discord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Started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0B202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463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specification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0" y="1463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agentskills.io/specification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210312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0B202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21031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example skills on GitHub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2103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github.com/anthropics/skills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0B202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743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authoring best practices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27432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platform.claude.com/docs/...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38328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0B202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383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skills support to your agent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3383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agentskills.io/client-implementation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4023360"/>
            <a:ext cx="7315200" cy="502920"/>
          </a:xfrm>
          <a:prstGeom prst="roundRect">
            <a:avLst>
              <a:gd name="adj" fmla="val 10909"/>
            </a:avLst>
          </a:prstGeom>
          <a:solidFill>
            <a:srgbClr val="0B2027"/>
          </a:solidFill>
          <a:ln w="635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reference library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03520" y="4023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github.com/agentskills/agentskills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— Build once, deploy everywhere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Skills — Open Format for Extending AI Agents</dc:title>
  <dc:subject>PptxGenJS Presentation</dc:subject>
  <dc:creator>Agentic SDLC</dc:creator>
  <cp:lastModifiedBy>Agentic SDLC</cp:lastModifiedBy>
  <cp:revision>1</cp:revision>
  <dcterms:created xsi:type="dcterms:W3CDTF">2026-03-25T06:08:53Z</dcterms:created>
  <dcterms:modified xsi:type="dcterms:W3CDTF">2026-03-25T06:08:53Z</dcterms:modified>
</cp:coreProperties>
</file>